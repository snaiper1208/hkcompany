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66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98C55-B77D-ED7A-CC8E-BE060885C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A3882B-1E8A-D459-92FA-A9F8109D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FF4E75-4B67-4BD0-3177-97216C44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856996-1323-8FDB-1257-6B5527D9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3D3D4-0759-6CEA-FFCC-AEBD99C7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00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7ED09-4DC7-B91E-179A-8C81EC21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DFA21-4B06-01E4-4F30-A545CC5B7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7969C-384D-C020-2272-F3C48D67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3F8B6-0B30-6C31-D430-7F8B46B7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711D1A-9CBC-F87B-95C9-7ACFBBB0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11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98D92-7F8F-2C26-C438-516CD62B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60AE69-2D17-EEA4-3DF8-B669EDFB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684DF-ACE1-4BB0-3A02-D1F49111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B1E97-F293-1F31-C4BF-A77FED9B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0C11A-08C2-0BD8-9FDC-7A10D61F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39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323C4-B80B-763E-2195-1CE53064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D10B0-8F4C-6F62-A5B2-B484AC3DB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C93F54-0021-0131-94BE-497AE3E68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045B05-07A3-3ABC-BD81-005A307D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E1E25D-7E37-B283-E697-817E6FD9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55BED-CB5E-C156-C127-E252CB26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1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5E66F-093A-A776-A748-4FF60DB1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1371DA-6B98-D0AD-9E89-C6F6B8988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648B26-75CB-CA59-FF4E-B472938CB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96FF85-068B-1CB5-9409-6421738B7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C0851A-4253-7C7B-7E76-0A8CE476F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549FD6-64FF-6D63-52D2-A8AF2FAE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9DA47A-FC28-15C3-03B3-9D72F441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FF1AFC-6B20-F0EC-EF67-4F00EFF1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7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25B47-0CBB-5658-069B-3018CD15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E1DFF9-91B6-C4DE-B3E7-95AB58EF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4AB73D-FEDE-8A96-4DB1-7473132C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76FA6C-4E64-20BA-6B32-3CF66939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13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7FAB1F-295B-AC21-C071-3BF9860C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E21973-BCA0-6109-C709-94DA79B4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F88DBF-E519-9A17-D37A-434F57F8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7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99783-3F89-B8DF-62E2-78303B95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39041-3FC3-C833-8C60-E1072799F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7FD89E-0CBB-46F6-8663-F2F2D3E7D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161E02-18F0-46DF-A342-2913596D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678FD1-00B3-C384-0C8D-22DD4E49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64937E-51A4-D84D-7465-70CD2AB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02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D2C60-CD1D-6D8A-0082-10BD5079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30D1BA-725D-673C-C110-52359EAB9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CFEEE1-B1A3-B62B-6BCC-1476E169A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ACDEF6-8F68-4420-B9C6-60F5E0AF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998195-1BE4-8CF3-782A-360669D6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0CC812-7045-F61D-0F37-40D5138A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07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37C41-9577-8888-E94B-303BFA97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5B43D5-C0D1-4639-C317-FFCF1A53A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FAC011-679E-8BD0-F9E9-DF843B10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FF049-8958-8101-FAA4-5487D6E1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6AF47-8B53-B3DC-26D4-1720ED1F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5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DAFD22-25DB-DEEC-9F0D-7449B0EDB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CAF8B6-AD5D-C2DC-D1CE-E06C1FE9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82369-C770-7957-327C-C5E293A2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4EBBF8-98CF-BE98-AE75-002DD7D2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16665B-A8AE-332F-BFAF-68E5C9F05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8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7F7159-A015-062E-9C34-A48FEC97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00051C-8FF3-EFE4-E2B0-A994EEEFB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6CA09-E796-F62F-0099-69729C637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06C9C-6A3C-4ACA-A875-9EEC0A8CB946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BB2BA5-9042-F030-C6A6-59D137D75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8F0570-4D6B-0471-58DC-8D9C07428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73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FF81EC-DD8C-3E1F-613F-CD6A3374C8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BF91D8-D7F4-0ABA-DA2D-5F51DA15D3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43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6DC06F-36DA-76B9-AF2F-88A907D127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B0539AD-974B-FA4E-8A4D-47989C0147BC}"/>
              </a:ext>
            </a:extLst>
          </p:cNvPr>
          <p:cNvSpPr/>
          <p:nvPr/>
        </p:nvSpPr>
        <p:spPr>
          <a:xfrm>
            <a:off x="1738009" y="3767846"/>
            <a:ext cx="9792510" cy="1361873"/>
          </a:xfrm>
          <a:prstGeom prst="rect">
            <a:avLst/>
          </a:prstGeom>
          <a:solidFill>
            <a:srgbClr val="E971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네 가지 판단 중</a:t>
            </a:r>
            <a:endParaRPr lang="en-US" altLang="ko-KR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 가지 선택해 작성</a:t>
            </a:r>
          </a:p>
        </p:txBody>
      </p:sp>
    </p:spTree>
    <p:extLst>
      <p:ext uri="{BB962C8B-B14F-4D97-AF65-F5344CB8AC3E}">
        <p14:creationId xmlns:p14="http://schemas.microsoft.com/office/powerpoint/2010/main" val="362074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88D79-99B2-141A-E84C-7A9976F03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669B03-1620-4B8F-8FD5-2ED49292D5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2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DA26D-BD98-107D-9EB8-D32876EB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0DDC7B-0FD9-E96E-9108-3657D7C5E8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4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6620-2A1C-4EA6-629D-2C3071BC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21ADF9-8254-0EB6-5494-294AC3A2C1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7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9D50-2A9B-4D15-BC78-DAC53033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DCCBAE-C7ED-1591-8E76-8CD1717BBA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8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97B6-DEB1-A21F-8301-9CC3F59E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301397-E4C0-59A9-739B-7FB15C598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3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</Words>
  <Application>Microsoft Office PowerPoint</Application>
  <PresentationFormat>와이드스크린</PresentationFormat>
  <Paragraphs>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정우석/OPF 신규기획팀</dc:creator>
  <cp:lastModifiedBy>박시연B/OPF 신규기획팀</cp:lastModifiedBy>
  <cp:revision>5</cp:revision>
  <dcterms:created xsi:type="dcterms:W3CDTF">2025-07-16T08:36:16Z</dcterms:created>
  <dcterms:modified xsi:type="dcterms:W3CDTF">2025-08-11T04:15:00Z</dcterms:modified>
</cp:coreProperties>
</file>