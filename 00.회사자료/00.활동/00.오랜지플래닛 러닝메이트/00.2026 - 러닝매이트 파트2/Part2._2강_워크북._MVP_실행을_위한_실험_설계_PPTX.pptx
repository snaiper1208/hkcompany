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Part 2 워크북</dc:title>
  <dc:subject>Presentation</dc:subject>
  <dc:creator>mangoboard.net_49629491</dc:creator>
  <cp:lastModifiedBy>mangoboard.net_49629491</cp:lastModifiedBy>
  <cp:revision>1</cp:revision>
  <dcterms:created xsi:type="dcterms:W3CDTF">2025-07-28T05:42:17Z</dcterms:created>
  <dcterms:modified xsi:type="dcterms:W3CDTF">2025-07-28T05:42:17Z</dcterms:modified>
</cp:coreProperties>
</file>