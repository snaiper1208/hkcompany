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8" r:id="rId4"/>
    <p:sldId id="266" r:id="rId5"/>
    <p:sldId id="271" r:id="rId6"/>
    <p:sldId id="272" r:id="rId7"/>
    <p:sldId id="269" r:id="rId8"/>
    <p:sldId id="267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9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08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998C55-B77D-ED7A-CC8E-BE060885C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EA3882B-1E8A-D459-92FA-A9F8109D0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FF4E75-4B67-4BD0-3177-97216C445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856996-1323-8FDB-1257-6B5527D97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C3D3D4-0759-6CEA-FFCC-AEBD99C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00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7ED09-4DC7-B91E-179A-8C81EC21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DFA21-4B06-01E4-4F30-A545CC5B7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7969C-384D-C020-2272-F3C48D67A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53F8B6-0B30-6C31-D430-7F8B46B7E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711D1A-9CBC-F87B-95C9-7ACFBBB02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11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598D92-7F8F-2C26-C438-516CD62B1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0AE69-2D17-EEA4-3DF8-B669EDFB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E684DF-ACE1-4BB0-3A02-D1F49111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B1E97-F293-1F31-C4BF-A77FED9B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0C11A-08C2-0BD8-9FDC-7A10D61F6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39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323C4-B80B-763E-2195-1CE53064B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3D10B0-8F4C-6F62-A5B2-B484AC3DB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1C93F54-0021-0131-94BE-497AE3E68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045B05-07A3-3ABC-BD81-005A307D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E1E25D-7E37-B283-E697-817E6FD9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E55BED-CB5E-C156-C127-E252CB263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1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5E66F-093A-A776-A748-4FF60DB1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1371DA-6B98-D0AD-9E89-C6F6B8988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648B26-75CB-CA59-FF4E-B472938CB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96FF85-068B-1CB5-9409-6421738B72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C0851A-4253-7C7B-7E76-0A8CE476F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1549FD6-64FF-6D63-52D2-A8AF2FA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39DA47A-FC28-15C3-03B3-9D72F441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FF1AFC-6B20-F0EC-EF67-4F00EFF1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37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25B47-0CBB-5658-069B-3018CD15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CE1DFF9-91B6-C4DE-B3E7-95AB58EFD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4AB73D-FEDE-8A96-4DB1-7473132C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576FA6C-4E64-20BA-6B32-3CF669392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138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7FAB1F-295B-AC21-C071-3BF9860CA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FE21973-BCA0-6109-C709-94DA79B4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F88DBF-E519-9A17-D37A-434F57F81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77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99783-3F89-B8DF-62E2-78303B957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39041-3FC3-C833-8C60-E1072799F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7FD89E-0CBB-46F6-8663-F2F2D3E7D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161E02-18F0-46DF-A342-2913596D8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678FD1-00B3-C384-0C8D-22DD4E495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64937E-51A4-D84D-7465-70CD2AB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020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D2C60-CD1D-6D8A-0082-10BD5079A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930D1BA-725D-673C-C110-52359EAB9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CFEEE1-B1A3-B62B-6BCC-1476E169A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CDEF6-8F68-4420-B9C6-60F5E0AF8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98195-1BE4-8CF3-782A-360669D6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0CC812-7045-F61D-0F37-40D5138A5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074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37C41-9577-8888-E94B-303BFA97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5B43D5-C0D1-4639-C317-FFCF1A53A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FAC011-679E-8BD0-F9E9-DF843B10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FF049-8958-8101-FAA4-5487D6E1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6AF47-8B53-B3DC-26D4-1720ED1F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05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DAFD22-25DB-DEEC-9F0D-7449B0EDB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CAF8B6-AD5D-C2DC-D1CE-E06C1FE95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82369-C770-7957-327C-C5E293A2A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4EBBF8-98CF-BE98-AE75-002DD7D26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16665B-A8AE-332F-BFAF-68E5C9F05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78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7F7159-A015-062E-9C34-A48FEC97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00051C-8FF3-EFE4-E2B0-A994EEEFB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6CA09-E796-F62F-0099-69729C6374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406C9C-6A3C-4ACA-A875-9EEC0A8CB946}" type="datetimeFigureOut">
              <a:rPr lang="ko-KR" altLang="en-US" smtClean="0"/>
              <a:t>2025-08-18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BB2BA5-9042-F030-C6A6-59D137D75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F0570-4D6B-0471-58DC-8D9C07428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486CA4-9005-4787-AFE4-AB57A5DDED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730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02B577-0C18-6FBD-C091-D9968216CED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17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600172-BE36-4AC4-1A14-FA2D6FDFA6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628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B3EE-2404-E7AB-E0EF-E69D4D75C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60C05F-3286-CA33-C794-FC9B915E41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331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80CE-9AE9-172B-0EC8-94FA05E1D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1B4395-66BE-D428-85A7-0868EE797B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2BE1-6467-754B-60A1-92544DCD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4B2920-06AF-EB1F-E85F-CC1B49470D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3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2D04D-6EB3-2326-A024-1FE9F2EB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E928C6-4832-E64B-7F6E-9482288291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67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4BECD-31B5-0E18-2BBC-A0D70304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76F677-41A8-CDAF-E807-DB68DA74A9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4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A5CC0-9A4B-FA6F-C8E9-D9AFBB3AF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6B6985-5A25-9592-3C64-CFFB081AADA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56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B97B6-DEB1-A21F-8301-9CC3F59E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301397-E4C0-59A9-739B-7FB15C598B9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3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정우석/OPF 신규기획팀</dc:creator>
  <cp:lastModifiedBy>박시연B/OPF 신규기획팀</cp:lastModifiedBy>
  <cp:revision>5</cp:revision>
  <dcterms:created xsi:type="dcterms:W3CDTF">2025-07-16T08:36:16Z</dcterms:created>
  <dcterms:modified xsi:type="dcterms:W3CDTF">2025-08-18T00:18:20Z</dcterms:modified>
</cp:coreProperties>
</file>